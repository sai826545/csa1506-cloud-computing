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CSA1506-CLOUD COMPUTING AND BIG DATA ANALYTICS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THE ROLE OF ARTIFICIAL INTELLIGENCE AND MACHINE LEARNING IN CLOUD PLATFORMS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B5B9A41-FD4B-37BD-BA61-8E5459BE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5" y="3920612"/>
            <a:ext cx="8927689" cy="24801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Presented by                                                     Guided by </a:t>
            </a:r>
          </a:p>
          <a:p>
            <a:r>
              <a:rPr lang="en-US" dirty="0">
                <a:solidFill>
                  <a:schemeClr val="tx1"/>
                </a:solidFill>
              </a:rPr>
              <a:t>N. </a:t>
            </a:r>
            <a:r>
              <a:rPr lang="en-US">
                <a:solidFill>
                  <a:schemeClr val="tx1"/>
                </a:solidFill>
              </a:rPr>
              <a:t>Sai Sreenu                                          </a:t>
            </a:r>
            <a:r>
              <a:rPr lang="en-US" dirty="0" err="1">
                <a:solidFill>
                  <a:schemeClr val="tx1"/>
                </a:solidFill>
              </a:rPr>
              <a:t>Dr.M.D.Boomija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(192365001)                 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1C6967FF-A054-F3BB-B9BD-DAA20982D1C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188248"/>
            <a:ext cx="8927689" cy="1199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Introduction</a:t>
            </a:r>
            <a:br>
              <a:rPr lang="en-IN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Artificial Intelligence (AI) enables computers to perform tasks that normally require human intelligence. </a:t>
            </a:r>
          </a:p>
          <a:p>
            <a:r>
              <a:rPr lang="en-IN" dirty="0"/>
              <a:t>Machine Learning (ML) is a branch of AI that learns from data and improves automatically. </a:t>
            </a:r>
          </a:p>
          <a:p>
            <a:r>
              <a:rPr lang="en-IN" dirty="0"/>
              <a:t>Cloud platforms provide scalable computing, storage, and networking services. </a:t>
            </a:r>
          </a:p>
          <a:p>
            <a:r>
              <a:rPr lang="en-IN" dirty="0"/>
              <a:t>AI and ML in the cloud make advanced technologies accessible to everyone. </a:t>
            </a:r>
          </a:p>
          <a:p>
            <a:r>
              <a:rPr lang="en-IN" dirty="0"/>
              <a:t>Organizations use cloud-based AI to reduce costs and improve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Artificial Intelligence?</a:t>
            </a:r>
            <a:br>
              <a:rPr lang="en-IN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AI enables machines to mimic human thinking and decision-making. </a:t>
            </a:r>
          </a:p>
          <a:p>
            <a:r>
              <a:rPr lang="en-IN" dirty="0"/>
              <a:t>It performs tasks like speech recognition and image processing. </a:t>
            </a:r>
          </a:p>
          <a:p>
            <a:r>
              <a:rPr lang="en-IN" dirty="0"/>
              <a:t>AI systems </a:t>
            </a:r>
            <a:r>
              <a:rPr lang="en-IN" dirty="0" err="1"/>
              <a:t>analyze</a:t>
            </a:r>
            <a:r>
              <a:rPr lang="en-IN" dirty="0"/>
              <a:t> large amounts of data quickly. </a:t>
            </a:r>
          </a:p>
          <a:p>
            <a:r>
              <a:rPr lang="en-IN" dirty="0"/>
              <a:t>AI reduces manual effort and improves accuracy. </a:t>
            </a:r>
          </a:p>
          <a:p>
            <a:r>
              <a:rPr lang="en-IN" dirty="0"/>
              <a:t>It is widely used in healthcare, banking, education, and transportation.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/ Process Diagram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E92062-CF6E-8DB6-ED18-3FFA43B04EC0}"/>
              </a:ext>
            </a:extLst>
          </p:cNvPr>
          <p:cNvSpPr/>
          <p:nvPr/>
        </p:nvSpPr>
        <p:spPr>
          <a:xfrm>
            <a:off x="1002890" y="1737852"/>
            <a:ext cx="1160207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User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3F4184-03B3-D582-CAF2-B7F96F37393B}"/>
              </a:ext>
            </a:extLst>
          </p:cNvPr>
          <p:cNvSpPr/>
          <p:nvPr/>
        </p:nvSpPr>
        <p:spPr>
          <a:xfrm>
            <a:off x="6341805" y="3752569"/>
            <a:ext cx="1160207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Cloud Storage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DE6B05-3F0C-80C5-6CC9-0318F16833CF}"/>
              </a:ext>
            </a:extLst>
          </p:cNvPr>
          <p:cNvSpPr/>
          <p:nvPr/>
        </p:nvSpPr>
        <p:spPr>
          <a:xfrm>
            <a:off x="3751007" y="3833684"/>
            <a:ext cx="1317521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AI/ML Model Training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C4721C-F7F2-FFAA-8778-15443A4AF965}"/>
              </a:ext>
            </a:extLst>
          </p:cNvPr>
          <p:cNvSpPr/>
          <p:nvPr/>
        </p:nvSpPr>
        <p:spPr>
          <a:xfrm>
            <a:off x="3854245" y="1683327"/>
            <a:ext cx="1317521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Cloud Application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18EF6B-D8F9-6C47-461B-EB6BBEC20052}"/>
              </a:ext>
            </a:extLst>
          </p:cNvPr>
          <p:cNvSpPr/>
          <p:nvPr/>
        </p:nvSpPr>
        <p:spPr>
          <a:xfrm>
            <a:off x="963560" y="3833683"/>
            <a:ext cx="1273278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Model Deployment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1E9DAE-0B98-772A-980B-768AF016AE1C}"/>
              </a:ext>
            </a:extLst>
          </p:cNvPr>
          <p:cNvSpPr/>
          <p:nvPr/>
        </p:nvSpPr>
        <p:spPr>
          <a:xfrm>
            <a:off x="6066504" y="1737852"/>
            <a:ext cx="1273278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Data Collection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01E2BB-957F-9A01-69F8-C378DF59E45C}"/>
              </a:ext>
            </a:extLst>
          </p:cNvPr>
          <p:cNvSpPr/>
          <p:nvPr/>
        </p:nvSpPr>
        <p:spPr>
          <a:xfrm>
            <a:off x="3519948" y="5892646"/>
            <a:ext cx="2104103" cy="6907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Predictions / Recommendations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BE23E9D-9452-CEDE-983F-0545A95B7BBD}"/>
              </a:ext>
            </a:extLst>
          </p:cNvPr>
          <p:cNvSpPr/>
          <p:nvPr/>
        </p:nvSpPr>
        <p:spPr>
          <a:xfrm>
            <a:off x="2595716" y="2028685"/>
            <a:ext cx="589936" cy="1934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79595C6-4330-30A8-58DE-F287EDDF8F99}"/>
              </a:ext>
            </a:extLst>
          </p:cNvPr>
          <p:cNvSpPr/>
          <p:nvPr/>
        </p:nvSpPr>
        <p:spPr>
          <a:xfrm rot="10800000">
            <a:off x="5329083" y="4082339"/>
            <a:ext cx="589936" cy="1934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29C143D9-60D1-00BB-809B-1C6D64FCA23E}"/>
              </a:ext>
            </a:extLst>
          </p:cNvPr>
          <p:cNvSpPr/>
          <p:nvPr/>
        </p:nvSpPr>
        <p:spPr>
          <a:xfrm rot="10800000">
            <a:off x="2662084" y="4179042"/>
            <a:ext cx="589936" cy="1934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9C02E96-4984-714D-7BD1-FFA08ADB406B}"/>
              </a:ext>
            </a:extLst>
          </p:cNvPr>
          <p:cNvSpPr/>
          <p:nvPr/>
        </p:nvSpPr>
        <p:spPr>
          <a:xfrm>
            <a:off x="5324167" y="2028685"/>
            <a:ext cx="589936" cy="1934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FF5AC2F2-F0CA-165E-15FF-C3849E3C6636}"/>
              </a:ext>
            </a:extLst>
          </p:cNvPr>
          <p:cNvSpPr/>
          <p:nvPr/>
        </p:nvSpPr>
        <p:spPr>
          <a:xfrm>
            <a:off x="7600336" y="1917290"/>
            <a:ext cx="1012723" cy="2358455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9" name="Arrow: Left-Up 28">
            <a:extLst>
              <a:ext uri="{FF2B5EF4-FFF2-40B4-BE49-F238E27FC236}">
                <a16:creationId xmlns:a16="http://schemas.microsoft.com/office/drawing/2014/main" id="{79AE564F-EB65-804E-7EC5-F520A16C5DBA}"/>
              </a:ext>
            </a:extLst>
          </p:cNvPr>
          <p:cNvSpPr/>
          <p:nvPr/>
        </p:nvSpPr>
        <p:spPr>
          <a:xfrm rot="5400000">
            <a:off x="1067328" y="4866240"/>
            <a:ext cx="1956948" cy="1273278"/>
          </a:xfrm>
          <a:prstGeom prst="lef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Machine Learning?</a:t>
            </a:r>
            <a:br>
              <a:rPr lang="en-IN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ML is a subset of AI. </a:t>
            </a:r>
          </a:p>
          <a:p>
            <a:r>
              <a:rPr lang="en-IN" dirty="0"/>
              <a:t>ML algorithms learn patterns from historical data. </a:t>
            </a:r>
          </a:p>
          <a:p>
            <a:r>
              <a:rPr lang="en-IN" dirty="0"/>
              <a:t>Models improve their performance through training. </a:t>
            </a:r>
          </a:p>
          <a:p>
            <a:r>
              <a:rPr lang="en-IN" dirty="0"/>
              <a:t>ML predicts future outcomes using existing data. </a:t>
            </a:r>
          </a:p>
          <a:p>
            <a:r>
              <a:rPr lang="en-IN" dirty="0"/>
              <a:t>It supports automation in various industries.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are Cloud Platforms?</a:t>
            </a:r>
            <a:br>
              <a:rPr lang="en-IN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Cloud platforms deliver computing resources over the Internet. </a:t>
            </a:r>
          </a:p>
          <a:p>
            <a:r>
              <a:rPr lang="en-IN" dirty="0"/>
              <a:t>Users pay only for the services they use. </a:t>
            </a:r>
          </a:p>
          <a:p>
            <a:r>
              <a:rPr lang="en-IN" dirty="0"/>
              <a:t>Cloud services are available anytime and anywhere. </a:t>
            </a:r>
          </a:p>
          <a:p>
            <a:r>
              <a:rPr lang="en-IN" dirty="0"/>
              <a:t>They provide storage, processing, networking, and security. </a:t>
            </a:r>
          </a:p>
          <a:p>
            <a:r>
              <a:rPr lang="en-IN" dirty="0"/>
              <a:t>Cloud platforms support AI and ML model development. </a:t>
            </a:r>
          </a:p>
          <a:p>
            <a:r>
              <a:rPr lang="en-IN" b="1" dirty="0"/>
              <a:t>Popular Cloud Platforms</a:t>
            </a:r>
            <a:endParaRPr lang="en-IN" dirty="0"/>
          </a:p>
          <a:p>
            <a:r>
              <a:rPr lang="en-IN" dirty="0"/>
              <a:t>Amazon Web Services (AWS) </a:t>
            </a:r>
          </a:p>
          <a:p>
            <a:r>
              <a:rPr lang="en-IN" dirty="0"/>
              <a:t>Microsoft Azure </a:t>
            </a:r>
          </a:p>
          <a:p>
            <a:r>
              <a:rPr lang="en-IN" dirty="0"/>
              <a:t>Google Cloud Platform (GCP) </a:t>
            </a:r>
          </a:p>
          <a:p>
            <a:r>
              <a:rPr lang="en-IN" dirty="0"/>
              <a:t>IBM Cloud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D24C-7B72-B177-5344-76B1B7BB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AI and ML Services in Cloud Platforms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4504-1B46-5985-5FD9-E982E9162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Pre-trained AI models </a:t>
            </a:r>
          </a:p>
          <a:p>
            <a:r>
              <a:rPr lang="en-IN" dirty="0"/>
              <a:t>Machine Learning model training </a:t>
            </a:r>
          </a:p>
          <a:p>
            <a:r>
              <a:rPr lang="en-IN" dirty="0"/>
              <a:t>Image and video recognition </a:t>
            </a:r>
          </a:p>
          <a:p>
            <a:r>
              <a:rPr lang="en-IN" dirty="0"/>
              <a:t>Natural Language Processing (NLP) </a:t>
            </a:r>
          </a:p>
          <a:p>
            <a:r>
              <a:rPr lang="en-IN" dirty="0"/>
              <a:t>Speech recognition and translation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61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BBB7-36E4-8BE7-0FA8-51002A7D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C7F2E-5A77-E2D4-E9B5-956F14ABC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Generative AI in cloud computing </a:t>
            </a:r>
          </a:p>
          <a:p>
            <a:r>
              <a:rPr lang="en-IN" dirty="0"/>
              <a:t>Edge AI integration </a:t>
            </a:r>
          </a:p>
          <a:p>
            <a:r>
              <a:rPr lang="en-IN" dirty="0"/>
              <a:t>Automated Machine Learning (AutoML) </a:t>
            </a:r>
          </a:p>
          <a:p>
            <a:r>
              <a:rPr lang="en-IN" dirty="0"/>
              <a:t>Intelligent cloud security </a:t>
            </a:r>
          </a:p>
          <a:p>
            <a:r>
              <a:rPr lang="en-IN" dirty="0"/>
              <a:t>AI-powered business analytics </a:t>
            </a:r>
          </a:p>
          <a:p>
            <a:r>
              <a:rPr lang="en-IN" dirty="0"/>
              <a:t>Smart cities and IoT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45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DDF5-B288-B407-974B-8099091D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Conclusion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C655-B8BF-F061-1C9C-F9892A63F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AI and ML are transforming cloud computing. </a:t>
            </a:r>
          </a:p>
          <a:p>
            <a:r>
              <a:rPr lang="en-IN" dirty="0"/>
              <a:t>Cloud platforms make AI technologies affordable and scalable. </a:t>
            </a:r>
          </a:p>
          <a:p>
            <a:r>
              <a:rPr lang="en-IN" dirty="0"/>
              <a:t>Businesses gain faster insights and better decision-making. </a:t>
            </a:r>
          </a:p>
          <a:p>
            <a:r>
              <a:rPr lang="en-IN" dirty="0"/>
              <a:t>AI-powered cloud services improve efficiency across industries. </a:t>
            </a:r>
          </a:p>
          <a:p>
            <a:r>
              <a:rPr lang="en-IN" dirty="0"/>
              <a:t>The future of cloud computing will rely heavily on intelligent AI solutions.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92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CC10-8C49-BE2D-9643-C9603177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57336"/>
          </a:xfrm>
        </p:spPr>
        <p:txBody>
          <a:bodyPr>
            <a:normAutofit/>
          </a:bodyPr>
          <a:lstStyle/>
          <a:p>
            <a:r>
              <a:rPr lang="en-US" sz="5500" dirty="0"/>
              <a:t>THANK YOU</a:t>
            </a:r>
            <a:endParaRPr lang="en-IN" sz="5500" dirty="0"/>
          </a:p>
        </p:txBody>
      </p:sp>
    </p:spTree>
    <p:extLst>
      <p:ext uri="{BB962C8B-B14F-4D97-AF65-F5344CB8AC3E}">
        <p14:creationId xmlns:p14="http://schemas.microsoft.com/office/powerpoint/2010/main" val="213229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408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CSA1506-CLOUD COMPUTING AND BIG DATA ANALYTICS   THE ROLE OF ARTIFICIAL INTELLIGENCE AND MACHINE LEARNING IN CLOUD PLATFORMS</vt:lpstr>
      <vt:lpstr>Introduction </vt:lpstr>
      <vt:lpstr>What is Artificial Intelligence? </vt:lpstr>
      <vt:lpstr>Architecture / Process Diagram</vt:lpstr>
      <vt:lpstr>What is Machine Learning? </vt:lpstr>
      <vt:lpstr>What are Cloud Platforms? </vt:lpstr>
      <vt:lpstr>AI and ML Services in Cloud Platforms </vt:lpstr>
      <vt:lpstr>Future Scope </vt:lpstr>
      <vt:lpstr>Conclusion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Artificial Intelligence and Machine Learning in Cloud Platforms</dc:title>
  <dc:subject/>
  <dc:creator>JASWANTH REDDY</dc:creator>
  <cp:keywords/>
  <dc:description>generated using python-pptx</dc:description>
  <cp:lastModifiedBy>sai sreenu</cp:lastModifiedBy>
  <cp:revision>7</cp:revision>
  <dcterms:created xsi:type="dcterms:W3CDTF">2013-01-27T09:14:16Z</dcterms:created>
  <dcterms:modified xsi:type="dcterms:W3CDTF">2026-08-06T05:47:37Z</dcterms:modified>
  <cp:category/>
</cp:coreProperties>
</file>